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_1771433672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agenda_1771433673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customer_pain_1771433675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vision_roadmap_1771433688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chosen_concept_1771433689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market_opportunity_1771433690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unit_economics_1771433708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why_summary_1771433711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execution_roadmap_1771433348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mvp_solution_1771433354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measurement_1771433361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risks_177143337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trust_compliance_1771433379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team_alignment_177143338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next_steps_1771433396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